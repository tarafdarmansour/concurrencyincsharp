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Concurrency in C# Cookbook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Chapter 1: Concurrency - 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 to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Concurrency: Doing multiple things at the same time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Key concepts: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Asynchronous Programming: Non-blocking operations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Parallel Programming: Using multiple CPU cores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Reactive Programming: Event-driven streams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Multithreading: Multiple threads of execution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Modern applications require concurrency for: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Responsive user interfaces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Scalable server applications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Efficient resource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 to Asynchronous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async/await pattern in C#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Key features: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Non-blocking I/O operations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Task&lt;T&gt; and ValueTask&lt;T&gt; types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async methods return Task or Task&lt;T&gt;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await keyword pauses execution without blocking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Better scalability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Responsive applications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Efficient resource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 to Parallel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Using multiple CPU cores simultaneously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Task Parallel Library (TPL):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Parallel.For and Parallel.ForEach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Parallel.Invoke for task parallelism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PLINQ (Parallel LINQ)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Data Parallelism: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Processing collections in parallel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Aggregating results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Task Parallelism: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Running independent tasks concurrently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 to Reactive Programming (Rx)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System.Reactive library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Observable streams and LINQ operators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Key concepts: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IObservable&lt;T&gt;: Push-based data streams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Observers subscribe to streams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Operators transform and filter streams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Use cases: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Event handling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Real-time data processing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UI updates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Time-based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 to Dataflows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TPL Dataflow library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Pipeline-based processing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Key components: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Blocks: Processing units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Source blocks: Produce data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Target blocks: Consume data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Propagator blocks: Both source and target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Composable pipelines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Built-in parallelism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Error propagation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Throttling and buffering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 to Multithreaded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Multiple threads of execution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Thread pool: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Managed thread pool for work items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Task.Run uses thread pool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Efficient thread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Thread safety: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Synchronization primitives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Locks and semaphores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Immutable collections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When to use: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CPU-intensive work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Background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Collections for Concurrent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Thread-safe collections: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ConcurrentDictionary&lt;TKey, TValue&gt;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ConcurrentQueue&lt;T&gt;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ConcurrentStack&lt;T&gt;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ConcurrentBag&lt;T&gt;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Immutable collections: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ImmutableList&lt;T&gt;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ImmutableDictionary&lt;TKey, TValue&gt;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ImmutableQueue&lt;T&gt;, ImmutableStack&lt;T&gt;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System.Collections.Immutable library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System.Threading.Channels for async queues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Modern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Best practices for concurrent code: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Prefer async/await over blocking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Use Task-based APIs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Avoid async void (except event handlers)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Configure await for context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Proper error handling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Design patterns: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Producer-consumer patterns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Pipeline patterns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Reactive patterns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Immutable data structures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Summary of 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Core libraries: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System.Threading.Tasks: async/await, Task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System.Linq: PLINQ for parallel queries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System.Threading.Tasks.Dataflow: Pipelines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System.Reactive: Reactive programming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System.Collections.Immutable: Immutable collections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System.Threading.Channels: Async queues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C# 8.0 features: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Asynchronous streams (IAsyncEnumerable&lt;T&gt;)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ValueTask&lt;T&gt; for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Concurrency is essential for modern applications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Choose the right tool for the job: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async/await for I/O-bound operations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Parallel programming for CPU-bound work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Reactive programming for event streams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Dataflows for pipeline processing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Modern C# provides high-level abstractions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Focus on correctness and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